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Petrona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5604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48472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8521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014782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Purchases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3522940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transactional data analyzed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014782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Features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407093" y="3522940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 tracking customer and purchase details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014782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Locations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020395" y="3522940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diversity across customer base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407093" y="517862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3407093" y="6210419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Types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407093" y="6718578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Items across multiple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3646" y="466487"/>
            <a:ext cx="5850374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&amp; Cleaning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3646" y="1447086"/>
            <a:ext cx="2241828" cy="278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 Analysis Steps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93646" y="1894880"/>
            <a:ext cx="651462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dataset using pandas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3646" y="2225635"/>
            <a:ext cx="651462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Explored structure with df.info() and .describe()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3646" y="2556391"/>
            <a:ext cx="651462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37 missing Review Rating values using median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3646" y="2887147"/>
            <a:ext cx="651462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columns to snake case format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3646" y="3217902"/>
            <a:ext cx="651462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age_group and purchase_frequency_days features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9751" y="1468279"/>
            <a:ext cx="6514624" cy="6514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29751" y="8173641"/>
            <a:ext cx="651462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MySQL database for advanced SQL analysis after cleaning and feature engineering.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734" y="606385"/>
            <a:ext cx="7603331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Insights by Demographics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6256734" y="2380893"/>
            <a:ext cx="7603331" cy="2268974"/>
          </a:xfrm>
          <a:prstGeom prst="roundRect">
            <a:avLst>
              <a:gd name="adj" fmla="val 4074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84382" y="2608540"/>
            <a:ext cx="2888813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Gender Revenue Split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484382" y="3101578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customers: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$157,890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84382" y="3585805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customers: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$75,191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84382" y="4070033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Males generate 2.1x more revenue than females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56734" y="4869894"/>
            <a:ext cx="7603331" cy="2753201"/>
          </a:xfrm>
          <a:prstGeom prst="roundRect">
            <a:avLst>
              <a:gd name="adj" fmla="val 3358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4382" y="5097542"/>
            <a:ext cx="3152180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 Performance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484382" y="5590580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Adult: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$62,143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84382" y="6074807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Middle-aged: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$59,197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84382" y="6559034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Adult: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$55,978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84382" y="7043261"/>
            <a:ext cx="7148036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Senior: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$55,763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3368"/>
            <a:ext cx="90392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 Analysis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601986" y="38472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 Customers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355425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customers</a:t>
            </a:r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(79.9%)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54416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value segment with consistent purchase history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7717" y="4543901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26209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 Buyers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9937790" y="312908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(18.0%)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937790" y="3628072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Growing segment showing repeat purchase behavior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26" y="3160276"/>
            <a:ext cx="339328" cy="339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37790" y="50734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 Customers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9937790" y="5581650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(2.1%)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937790" y="6080641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acquisition opportunities for growth</a:t>
            </a:r>
            <a:endParaRPr lang="en-US" sz="1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31256"/>
            <a:ext cx="4564975" cy="4564975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4326" y="5927527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38" y="568881"/>
            <a:ext cx="7356158" cy="678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Performance Metrics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4138" y="1764863"/>
            <a:ext cx="271557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Top-Rated Products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4138" y="2336959"/>
            <a:ext cx="2068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138" y="2665690"/>
            <a:ext cx="3750231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4138" y="2814757"/>
            <a:ext cx="271557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Gloves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24138" y="3361015"/>
            <a:ext cx="3750231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 average rating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81180" y="2336959"/>
            <a:ext cx="2068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180" y="2665690"/>
            <a:ext cx="3750231" cy="22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81180" y="2814757"/>
            <a:ext cx="271557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Sandals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4681180" y="3361015"/>
            <a:ext cx="3750231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 average rating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24138" y="4053959"/>
            <a:ext cx="2068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38" y="4341376"/>
            <a:ext cx="3750231" cy="22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4138" y="4531757"/>
            <a:ext cx="271557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24138" y="5078016"/>
            <a:ext cx="3750231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 average rating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81180" y="4053959"/>
            <a:ext cx="2068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80" y="4341376"/>
            <a:ext cx="3750231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81180" y="4531757"/>
            <a:ext cx="271557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Hat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4681180" y="5078016"/>
            <a:ext cx="3750231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3.80 average rating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24138" y="5770959"/>
            <a:ext cx="2068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38" y="6017062"/>
            <a:ext cx="7707273" cy="228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4138" y="6248757"/>
            <a:ext cx="271557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Skirt</a:t>
            </a:r>
            <a:endParaRPr lang="en-US" sz="2100" dirty="0"/>
          </a:p>
        </p:txBody>
      </p:sp>
      <p:sp>
        <p:nvSpPr>
          <p:cNvPr id="23" name="Text 16"/>
          <p:cNvSpPr/>
          <p:nvPr/>
        </p:nvSpPr>
        <p:spPr>
          <a:xfrm>
            <a:off x="724138" y="6795016"/>
            <a:ext cx="7707273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3.78 average rating</a:t>
            </a:r>
            <a:endParaRPr lang="en-US" sz="16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3856" y="1790700"/>
            <a:ext cx="4969907" cy="496990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43856" y="6993255"/>
            <a:ext cx="4969907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 remains strong across top products with ratings above 3.75 average.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7963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 &amp; Promotion Analysis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2676644"/>
            <a:ext cx="7556421" cy="1748552"/>
          </a:xfrm>
          <a:prstGeom prst="roundRect">
            <a:avLst>
              <a:gd name="adj" fmla="val 8367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710" y="2676644"/>
            <a:ext cx="121920" cy="17485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2933938"/>
            <a:ext cx="367498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High-Value Discount Users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6628924" y="344209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discounts but spent above average ($59.76), indicating price-conscious yet high-value shoppers.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4652010"/>
            <a:ext cx="7556421" cy="1748552"/>
          </a:xfrm>
          <a:prstGeom prst="roundRect">
            <a:avLst>
              <a:gd name="adj" fmla="val 8367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10" y="4652010"/>
            <a:ext cx="121920" cy="17485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28924" y="4909304"/>
            <a:ext cx="412777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Discount-Dependent Products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6628924" y="541746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 (50%), Sneakers (49.66%), Coat (49.07%), Sweater (48.17%), Pants (47.37%) show highest discount rates.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80190" y="665571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discount management needed to balance sales volume with profit margins.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966" y="382548"/>
            <a:ext cx="5442823" cy="456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Status Comparison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966" y="1117402"/>
            <a:ext cx="13656469" cy="72301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50067" y="8347591"/>
            <a:ext cx="139065" cy="139065"/>
          </a:xfrm>
          <a:prstGeom prst="roundRect">
            <a:avLst>
              <a:gd name="adj" fmla="val 13151"/>
            </a:avLst>
          </a:prstGeom>
          <a:solidFill>
            <a:srgbClr val="6B4ACA"/>
          </a:solidFill>
          <a:ln/>
        </p:spPr>
      </p:sp>
      <p:sp>
        <p:nvSpPr>
          <p:cNvPr id="5" name="Text 2"/>
          <p:cNvSpPr/>
          <p:nvPr/>
        </p:nvSpPr>
        <p:spPr>
          <a:xfrm>
            <a:off x="6450092" y="8347591"/>
            <a:ext cx="788908" cy="13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391400" y="8347591"/>
            <a:ext cx="139065" cy="139065"/>
          </a:xfrm>
          <a:prstGeom prst="roundRect">
            <a:avLst>
              <a:gd name="adj" fmla="val 13151"/>
            </a:avLst>
          </a:prstGeom>
          <a:solidFill>
            <a:srgbClr val="AD9AE2"/>
          </a:solidFill>
          <a:ln/>
        </p:spPr>
      </p:sp>
      <p:sp>
        <p:nvSpPr>
          <p:cNvPr id="7" name="Text 4"/>
          <p:cNvSpPr/>
          <p:nvPr/>
        </p:nvSpPr>
        <p:spPr>
          <a:xfrm>
            <a:off x="7591425" y="8347591"/>
            <a:ext cx="1123117" cy="13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6966" y="9046607"/>
            <a:ext cx="665857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subscribers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(1,053 customers) vs </a:t>
            </a:r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 non-subscribers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(2,847 customers). Similar average spend suggests untapped subscription growth potential.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92484" y="9046607"/>
            <a:ext cx="665857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3,476 repeat buyers (&gt;5 purchases), only </a:t>
            </a:r>
            <a:pPr algn="l" indent="0" marL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are subscribers</a:t>
            </a:r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significant conversion opportunity exists.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0348"/>
            <a:ext cx="843260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 Insights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28236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802386"/>
            <a:ext cx="310360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Distribution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3105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breakdown by subscription status, gender, and category preferences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028236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8023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Analysis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35893" y="53105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and age group performance metrics with comparative insights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028236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8023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Patterns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677995" y="53105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users spend $2 more on average than standard shipping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280" y="1193959"/>
            <a:ext cx="6941820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Recommendations</a:t>
            </a:r>
            <a:endParaRPr lang="en-US" sz="4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172414"/>
            <a:ext cx="1023223" cy="15224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44053" y="2376964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944053" y="2835473"/>
            <a:ext cx="6483668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2,518 repeat buyers into subscribers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3694867"/>
            <a:ext cx="1023223" cy="1227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44053" y="3899416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Programs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944053" y="4357926"/>
            <a:ext cx="6483668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grow the 79.9% loyal customer segment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4922758"/>
            <a:ext cx="1023223" cy="12278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4053" y="5127308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944053" y="5585817"/>
            <a:ext cx="6483668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young adults and express-shipping users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16280" y="6380798"/>
            <a:ext cx="771144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discount policies to maintain margins while highlighting top-rated products in campaigns.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2025-12-09T17:27:56Z</dcterms:created>
  <dcterms:modified xsi:type="dcterms:W3CDTF">2025-12-09T17:27:56Z</dcterms:modified>
</cp:coreProperties>
</file>